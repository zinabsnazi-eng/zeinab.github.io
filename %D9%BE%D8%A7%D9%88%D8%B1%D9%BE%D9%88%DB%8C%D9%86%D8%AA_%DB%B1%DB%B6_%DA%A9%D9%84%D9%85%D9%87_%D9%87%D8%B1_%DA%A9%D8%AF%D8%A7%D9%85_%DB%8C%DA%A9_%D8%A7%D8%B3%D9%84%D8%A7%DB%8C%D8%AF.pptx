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d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827" y="251459"/>
            <a:ext cx="9558040" cy="6355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d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827" y="251459"/>
            <a:ext cx="9558040" cy="6355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d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827" y="251459"/>
            <a:ext cx="9558040" cy="6355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d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827" y="251459"/>
            <a:ext cx="9558040" cy="6355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d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827" y="251459"/>
            <a:ext cx="9558040" cy="6355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d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827" y="251459"/>
            <a:ext cx="9558040" cy="6355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d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827" y="251459"/>
            <a:ext cx="9558040" cy="6355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d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827" y="251459"/>
            <a:ext cx="9558040" cy="6355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d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827" y="251459"/>
            <a:ext cx="9558040" cy="6355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d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827" y="251459"/>
            <a:ext cx="9558040" cy="63550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d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827" y="251459"/>
            <a:ext cx="9558040" cy="6355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d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827" y="251459"/>
            <a:ext cx="9558040" cy="6355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d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827" y="251459"/>
            <a:ext cx="9558040" cy="6355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d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827" y="251459"/>
            <a:ext cx="9558040" cy="6355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d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827" y="251459"/>
            <a:ext cx="9558040" cy="63550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d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827" y="251459"/>
            <a:ext cx="9558040" cy="6355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