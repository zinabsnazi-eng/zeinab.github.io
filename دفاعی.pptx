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07-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5" y="0"/>
            <a:ext cx="91457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08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5" y="0"/>
            <a:ext cx="91457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08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5" y="0"/>
            <a:ext cx="91457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08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5" y="0"/>
            <a:ext cx="91457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08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5" y="0"/>
            <a:ext cx="91457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08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5" y="0"/>
            <a:ext cx="91457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08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5" y="0"/>
            <a:ext cx="91457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08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5" y="0"/>
            <a:ext cx="91457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08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5" y="0"/>
            <a:ext cx="91457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08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5" y="0"/>
            <a:ext cx="91457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09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990" y="0"/>
            <a:ext cx="914171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09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5" y="0"/>
            <a:ext cx="91457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09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5" y="0"/>
            <a:ext cx="91457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09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5" y="0"/>
            <a:ext cx="91457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09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5" y="0"/>
            <a:ext cx="91457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09-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5" y="0"/>
            <a:ext cx="91457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09-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5" y="0"/>
            <a:ext cx="91457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10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5" y="0"/>
            <a:ext cx="91457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10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5" y="0"/>
            <a:ext cx="91457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10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5" y="0"/>
            <a:ext cx="91457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10-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5" y="0"/>
            <a:ext cx="91457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2026-10-11_19-10-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5" y="0"/>
            <a:ext cx="914578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